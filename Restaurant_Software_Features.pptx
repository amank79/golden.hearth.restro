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372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lists everything the restaurant software can do. Nothing is fixed yet: you choose what you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basic flow of every order. All the other features add on top of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feature has a number, 1 to 25. At the end there is a selection sheet, or you can simply reply on WhatsApp with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with: what a restaurant needs on day one. Your choice: depends on how you want to run things. Better later: needs internet, online setup or extra partners, so it is easier after the restaurant is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NEW RESTAURANT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Billing &amp; Management Software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9D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go through the features and choose what you need.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1737360"/>
            <a:ext cx="3017520" cy="30175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894" y="2401214"/>
            <a:ext cx="1689811" cy="1689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software does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1188720" cy="1188720"/>
          </a:xfrm>
          <a:prstGeom prst="ellipse">
            <a:avLst/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" y="2364638"/>
            <a:ext cx="665683" cy="6656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order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counter or at the table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021" y="2496312"/>
            <a:ext cx="402336" cy="4023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7258" y="2103120"/>
            <a:ext cx="1188720" cy="1188720"/>
          </a:xfrm>
          <a:prstGeom prst="ellipse">
            <a:avLst/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8776" y="2364638"/>
            <a:ext cx="665683" cy="66568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841498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gets it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2841498" y="3931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slip or kitchen screen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879" y="2496312"/>
            <a:ext cx="402336" cy="40233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500116" y="2103120"/>
            <a:ext cx="1188720" cy="1188720"/>
          </a:xfrm>
          <a:prstGeom prst="ellipse">
            <a:avLst/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1634" y="2364638"/>
            <a:ext cx="665683" cy="66568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134356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bill</a:t>
            </a:r>
            <a:endParaRPr lang="en-US" sz="1900" dirty="0"/>
          </a:p>
        </p:txBody>
      </p:sp>
      <p:sp>
        <p:nvSpPr>
          <p:cNvPr id="17" name="Text 10"/>
          <p:cNvSpPr txBox="1"/>
          <p:nvPr/>
        </p:nvSpPr>
        <p:spPr>
          <a:xfrm>
            <a:off x="5134356" y="3931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total with GST, in seconds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737" y="2496312"/>
            <a:ext cx="402336" cy="40233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792974" y="2103120"/>
            <a:ext cx="1188720" cy="1188720"/>
          </a:xfrm>
          <a:prstGeom prst="ellipse">
            <a:avLst/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4492" y="2364638"/>
            <a:ext cx="665683" cy="665683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427214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payment</a:t>
            </a:r>
            <a:endParaRPr lang="en-US" sz="1900" dirty="0"/>
          </a:p>
        </p:txBody>
      </p:sp>
      <p:sp>
        <p:nvSpPr>
          <p:cNvPr id="22" name="Text 13"/>
          <p:cNvSpPr txBox="1"/>
          <p:nvPr/>
        </p:nvSpPr>
        <p:spPr>
          <a:xfrm>
            <a:off x="7427214" y="3931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UPI or card</a:t>
            </a:r>
            <a:endParaRPr lang="en-US" sz="15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595" y="2496312"/>
            <a:ext cx="402336" cy="402336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0085832" y="2103120"/>
            <a:ext cx="1188720" cy="1188720"/>
          </a:xfrm>
          <a:prstGeom prst="ellipse">
            <a:avLst/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7350" y="2364638"/>
            <a:ext cx="665683" cy="665683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9720072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reports</a:t>
            </a:r>
            <a:endParaRPr lang="en-US" sz="1900" dirty="0"/>
          </a:p>
        </p:txBody>
      </p:sp>
      <p:sp>
        <p:nvSpPr>
          <p:cNvPr id="27" name="Text 16"/>
          <p:cNvSpPr txBox="1"/>
          <p:nvPr/>
        </p:nvSpPr>
        <p:spPr>
          <a:xfrm>
            <a:off x="9720072" y="3931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expenses, profit</a:t>
            </a:r>
            <a:endParaRPr lang="en-US" sz="1500" dirty="0"/>
          </a:p>
        </p:txBody>
      </p:sp>
      <p:sp>
        <p:nvSpPr>
          <p:cNvPr id="28" name="Shape 17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place, on the counter computer, a tablet or a phone.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each feature, pick one of three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1296" cy="2560320"/>
          </a:xfrm>
          <a:prstGeom prst="roundRect">
            <a:avLst>
              <a:gd name="adj" fmla="val 5357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" y="22841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6324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Now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6616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 from the day the restaurant opens.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34256" y="1783080"/>
            <a:ext cx="3511296" cy="2560320"/>
          </a:xfrm>
          <a:prstGeom prst="roundRect">
            <a:avLst>
              <a:gd name="adj" fmla="val 5357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4296" y="2103120"/>
            <a:ext cx="822960" cy="822960"/>
          </a:xfrm>
          <a:prstGeom prst="ellipse">
            <a:avLst/>
          </a:prstGeom>
          <a:solidFill>
            <a:srgbClr val="B7790E"/>
          </a:solidFill>
          <a:ln w="12700">
            <a:solidFill>
              <a:srgbClr val="B7790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347" y="228417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4296" y="306324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7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654296" y="356616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have. Can be added after opening.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19872" y="1783080"/>
            <a:ext cx="3511296" cy="2560320"/>
          </a:xfrm>
          <a:prstGeom prst="roundRect">
            <a:avLst>
              <a:gd name="adj" fmla="val 5357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39912" y="2103120"/>
            <a:ext cx="822960" cy="822960"/>
          </a:xfrm>
          <a:prstGeom prst="ellipse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963" y="228417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9912" y="306324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Needed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8439912" y="356616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need this. Skip it.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731520" cy="7315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" y="5007254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754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start small. </a:t>
            </a:r>
            <a:r>
              <a:rPr lang="en-US" sz="18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 means the software is ready sooner and costs less. Anything marked "Later" can be added whenever you want.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1 –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Restaurant Work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basics: taking orders, the kitchen and the bill.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3911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24028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bills for dine-in, takeaway and delivery. GST bill, discounts, split bill, and cash / UPI / card payment.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7304" y="201168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65904" y="224028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780" y="23911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88864" y="224028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Management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565904" y="306324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at a glance which tables are free or busy. Move a table's order or join two tables easily.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25968" y="201168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54568" y="224028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5444" y="23911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77528" y="224028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54568" y="306324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dishes and prices, half / full plates and extras. Mark a dish "not available" anytime.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57200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" y="472287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457200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Orders (KOT)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53949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order goes straight to the kitchen as a printed slip or on a kitchen screen. Fewer mistakes.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4337304" y="434340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65904" y="457200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780" y="472287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88864" y="457200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Orders on Phone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4565904" y="53949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Waiters take the order at the table on a phone or tablet. It reaches the kitchen instantly.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125968" y="434340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54568" y="457200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5444" y="4722876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77528" y="457200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on WhatsApp</a:t>
            </a:r>
            <a:endParaRPr lang="en-US" sz="1900" dirty="0"/>
          </a:p>
        </p:txBody>
      </p:sp>
      <p:sp>
        <p:nvSpPr>
          <p:cNvPr id="34" name="Text 26"/>
          <p:cNvSpPr txBox="1"/>
          <p:nvPr/>
        </p:nvSpPr>
        <p:spPr>
          <a:xfrm>
            <a:off x="8354568" y="53949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bill to the customer's phone, instead of or along with the paper bill.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7 – 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&amp; Stock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track of what comes in, what goes out and what is left.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3911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240280"/>
            <a:ext cx="4174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/ Inventory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much paneer, chicken, oil, rice etc. is left. Get a warning before anything runs out.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31636" y="201168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0236" y="224028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3911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83196" y="2240280"/>
            <a:ext cx="4174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&amp; Food Cost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460236" y="3063240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much each dish costs to make and how much profit it gives.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434340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57200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7228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572000"/>
            <a:ext cx="4174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&amp; Suppliers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394960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you buy and from whom, and how much money is still to be paid to each supplier.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231636" y="434340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60236" y="457200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472287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83196" y="4572000"/>
            <a:ext cx="4174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6460236" y="5394960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daily spending like rent, electricity, gas, salary and repairs. See the monthly total.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11 – 15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&amp; Customers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team, your regular customers and special offers.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3911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24028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Logins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login for owner, manager, cashier, waiter and kitchen. Each sees only their work. Know who cancelled a bill.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7304" y="201168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65904" y="224028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780" y="23911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88864" y="224028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565904" y="306324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regular customers' name and phone number, what they usually order, and reward points.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25968" y="201168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54568" y="224028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5444" y="23911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77528" y="224028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Delivery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54568" y="306324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orders with customer address, delivery charge and which delivery boy took it.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2442972" y="434340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671572" y="457200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48" y="472287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494532" y="457200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2671572" y="53949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table in advance for a date, time and number of guests.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6231636" y="4343400"/>
            <a:ext cx="3514344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60236" y="457200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472287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83196" y="4572000"/>
            <a:ext cx="2279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Discounts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6460236" y="53949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meals, festival offers, happy hours and coupon codes.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16 – 18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Alerts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the business is doing, even from home.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14344" cy="4389120"/>
          </a:xfrm>
          <a:prstGeom prst="roundRect">
            <a:avLst>
              <a:gd name="adj" fmla="val 3122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23160"/>
            <a:ext cx="1188720" cy="11887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" y="2684678"/>
            <a:ext cx="665683" cy="6656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84048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</a:t>
            </a:r>
            <a:r>
              <a:rPr lang="en-US" sz="23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Reports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709160"/>
            <a:ext cx="2782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and monthly sales, cash vs UPI vs card, best-selling dishes, GST report, profit estimate.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37304" y="2011680"/>
            <a:ext cx="3514344" cy="4389120"/>
          </a:xfrm>
          <a:prstGeom prst="roundRect">
            <a:avLst>
              <a:gd name="adj" fmla="val 3122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3064" y="2423160"/>
            <a:ext cx="1188720" cy="11887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582" y="2684678"/>
            <a:ext cx="665683" cy="66568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3064" y="384048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</a:t>
            </a:r>
            <a:r>
              <a:rPr lang="en-US" sz="23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Phone Dashboard</a:t>
            </a:r>
            <a:endParaRPr lang="en-US" sz="2300" dirty="0"/>
          </a:p>
        </p:txBody>
      </p:sp>
      <p:sp>
        <p:nvSpPr>
          <p:cNvPr id="14" name="Text 10"/>
          <p:cNvSpPr txBox="1"/>
          <p:nvPr/>
        </p:nvSpPr>
        <p:spPr>
          <a:xfrm>
            <a:off x="4703064" y="4709160"/>
            <a:ext cx="2782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today's sales, expenses and stock on your phone from anywhere. Needs internet.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125968" y="2011680"/>
            <a:ext cx="3514344" cy="4389120"/>
          </a:xfrm>
          <a:prstGeom prst="roundRect">
            <a:avLst>
              <a:gd name="adj" fmla="val 3122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91728" y="2423160"/>
            <a:ext cx="1188720" cy="11887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3246" y="2684678"/>
            <a:ext cx="665683" cy="66568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91728" y="384048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</a:t>
            </a:r>
            <a:r>
              <a:rPr lang="en-US" sz="23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Reminders</a:t>
            </a:r>
            <a:endParaRPr lang="en-US" sz="2300" dirty="0"/>
          </a:p>
        </p:txBody>
      </p:sp>
      <p:sp>
        <p:nvSpPr>
          <p:cNvPr id="19" name="Text 14"/>
          <p:cNvSpPr txBox="1"/>
          <p:nvPr/>
        </p:nvSpPr>
        <p:spPr>
          <a:xfrm>
            <a:off x="8491728" y="4709160"/>
            <a:ext cx="2782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for low stock and pending supplier payments, plus a daily sales summary.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19 – 21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Orders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orders from customers' phones and delivery apps.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14344" cy="4389120"/>
          </a:xfrm>
          <a:prstGeom prst="roundRect">
            <a:avLst>
              <a:gd name="adj" fmla="val 3122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23160"/>
            <a:ext cx="1188720" cy="11887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18" y="2684678"/>
            <a:ext cx="665683" cy="6656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84048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</a:t>
            </a:r>
            <a:r>
              <a:rPr lang="en-US" sz="23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Ordering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709160"/>
            <a:ext cx="2782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scans a QR code on the table, sees the menu and orders from their own phone.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37304" y="2011680"/>
            <a:ext cx="3514344" cy="4389120"/>
          </a:xfrm>
          <a:prstGeom prst="roundRect">
            <a:avLst>
              <a:gd name="adj" fmla="val 3122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3064" y="2423160"/>
            <a:ext cx="1188720" cy="11887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582" y="2684678"/>
            <a:ext cx="665683" cy="66568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3064" y="384048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</a:t>
            </a:r>
            <a:r>
              <a:rPr lang="en-US" sz="23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Online Orders</a:t>
            </a:r>
            <a:endParaRPr lang="en-US" sz="2300" dirty="0"/>
          </a:p>
        </p:txBody>
      </p:sp>
      <p:sp>
        <p:nvSpPr>
          <p:cNvPr id="14" name="Text 10"/>
          <p:cNvSpPr txBox="1"/>
          <p:nvPr/>
        </p:nvSpPr>
        <p:spPr>
          <a:xfrm>
            <a:off x="4703064" y="4709160"/>
            <a:ext cx="2782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order takeaway or delivery from the restaurant's own online menu and pay online.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125968" y="2011680"/>
            <a:ext cx="3514344" cy="4389120"/>
          </a:xfrm>
          <a:prstGeom prst="roundRect">
            <a:avLst>
              <a:gd name="adj" fmla="val 3122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91728" y="2423160"/>
            <a:ext cx="1188720" cy="11887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3246" y="2684678"/>
            <a:ext cx="665683" cy="66568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91728" y="384048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</a:t>
            </a:r>
            <a:r>
              <a:rPr lang="en-US" sz="23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/ Zomato</a:t>
            </a:r>
            <a:endParaRPr lang="en-US" sz="2300" dirty="0"/>
          </a:p>
        </p:txBody>
      </p:sp>
      <p:sp>
        <p:nvSpPr>
          <p:cNvPr id="19" name="Text 14"/>
          <p:cNvSpPr txBox="1"/>
          <p:nvPr/>
        </p:nvSpPr>
        <p:spPr>
          <a:xfrm>
            <a:off x="8491728" y="4709160"/>
            <a:ext cx="2782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and Zomato orders come into the same software, so no separate tablets to watch.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22 – 25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Setup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restaurant running and your data safe.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3911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240280"/>
            <a:ext cx="4174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kitchen orders keep working even when the internet is down.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31636" y="201168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0236" y="224028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3911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83196" y="2240280"/>
            <a:ext cx="4174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Backup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460236" y="3063240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copied safely every day, so nothing is lost if the computer breaks.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434340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57200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72287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572000"/>
            <a:ext cx="4174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Settings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394960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name and logo on the bill, GST number, taxes, service and packing charges, printers.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231636" y="4343400"/>
            <a:ext cx="5408676" cy="2057400"/>
          </a:xfrm>
          <a:prstGeom prst="roundRect">
            <a:avLst>
              <a:gd name="adj" fmla="val 5333"/>
            </a:avLst>
          </a:prstGeom>
          <a:solidFill>
            <a:srgbClr val="F7F2ED"/>
          </a:solidFill>
          <a:ln w="12700">
            <a:solidFill>
              <a:srgbClr val="F7F2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60236" y="4572000"/>
            <a:ext cx="685800" cy="6858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472287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83196" y="4572000"/>
            <a:ext cx="4174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</a:t>
            </a:r>
            <a:r>
              <a:rPr lang="en-US" sz="1900" b="1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Branches (Future)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6460236" y="5394960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open another restaurant later, manage all branches from one place.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SUGGESTION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suggest for the start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1296" cy="594360"/>
          </a:xfrm>
          <a:prstGeom prst="roundRect">
            <a:avLst>
              <a:gd name="adj" fmla="val 15385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these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2369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Billing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Table Management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Menu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Kitchen Orders (KOT)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Expenses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Staff Logins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Sales Reports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Works Without Internet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Automatic Backup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Restaurant Settings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4256" y="1645920"/>
            <a:ext cx="3511296" cy="594360"/>
          </a:xfrm>
          <a:prstGeom prst="roundRect">
            <a:avLst>
              <a:gd name="adj" fmla="val 15385"/>
            </a:avLst>
          </a:prstGeom>
          <a:solidFill>
            <a:srgbClr val="2A1E17"/>
          </a:solidFill>
          <a:ln w="12700">
            <a:solidFill>
              <a:srgbClr val="2A1E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2856" y="1645920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choice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2423160"/>
            <a:ext cx="32369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Waiter Orders on Phone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Bill on WhatsApp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Stock / Inventory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Recipe &amp; Food Cost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Purchases &amp; Suppliers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Customer Records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Home Delivery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Table Booking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Offers &amp; Discounts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Alerts &amp; Reminders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19872" y="1645920"/>
            <a:ext cx="3511296" cy="594360"/>
          </a:xfrm>
          <a:prstGeom prst="roundRect">
            <a:avLst>
              <a:gd name="adj" fmla="val 15385"/>
            </a:avLst>
          </a:prstGeom>
          <a:solidFill>
            <a:srgbClr val="B7790E"/>
          </a:solidFill>
          <a:ln w="12700">
            <a:solidFill>
              <a:srgbClr val="B7790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8472" y="1645920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later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423160"/>
            <a:ext cx="32369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Owner's Phone Dashboard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QR Code Ordering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Our Own Online Orders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Swiggy / Zomato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2A1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 More Branches (Future)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only a suggestion. The final choice is yours.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SHEET · PAGE 1 OF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Please tick one box for each feature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248464"/>
              </p:ext>
            </p:extLst>
          </p:nvPr>
        </p:nvGraphicFramePr>
        <p:xfrm>
          <a:off x="548640" y="1524802"/>
          <a:ext cx="11091672" cy="44805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E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E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Now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Management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 Orders (KOT)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Waiter Orders on Phone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on WhatsApp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/ Inventory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 &amp; Food 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 &amp; Suppliers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Logins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Records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Delivery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simply send the numbers on WhatsApp, for example:  1 Now,  7 Later,  21 Not needed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SHEET · PAGE 2 OF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Please tick one box for each feature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1605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E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E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Now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7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Booking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 &amp; Discounts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Reports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Owner's Phone Dashboard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&amp; Reminders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Ordering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Own Online Orders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 / Zomato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Without Internet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Backup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 Settings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A1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Branches (Future)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simply send the numbers on WhatsApp, for example:  1 Now,  7 Later,  21 Not needed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1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simple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822960" cy="8229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9D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feature as Need Now, Later or Not Needed.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92424" y="2011680"/>
            <a:ext cx="822960" cy="8229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2424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92424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finalise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392424" y="35661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9D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 the final feature list, the time needed and the cost.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6208" y="2011680"/>
            <a:ext cx="822960" cy="8229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&amp; set up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35661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9D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is made and installed in the restaurant with the printers.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79992" y="2011680"/>
            <a:ext cx="822960" cy="8229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9992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1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79992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support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9079992" y="35661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9D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teach the staff how to use it and fix any problems.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Any question, just ask.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1367</Words>
  <Application>Microsoft Office PowerPoint</Application>
  <PresentationFormat>Widescreen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Software Features</dc:title>
  <dc:subject>PptxGenJS Presentation</dc:subject>
  <dc:creator>PptxGenJS</dc:creator>
  <cp:lastModifiedBy>Aman meena</cp:lastModifiedBy>
  <cp:revision>2</cp:revision>
  <dcterms:created xsi:type="dcterms:W3CDTF">2026-09-27T13:17:19Z</dcterms:created>
  <dcterms:modified xsi:type="dcterms:W3CDTF">2026-09-27T13:34:49Z</dcterms:modified>
</cp:coreProperties>
</file>